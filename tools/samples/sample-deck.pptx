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Expand on the auth migration risk. Engineering needs two weeks of buffer.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Leave 5 minutes for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 Platform Strategy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mission is to consolidate the three fragmented product lines into a unified offering by end of Q2.</a:t>
            </a:r>
          </a:p>
          <a:p>
            <a:r>
              <a:t>Revenue target: $4.2M ARR by July, based on conservative retention assumptions.</a:t>
            </a:r>
          </a:p>
          <a:p>
            <a:r>
              <a:t>Key risk: the migration touches authentication, which affects all 12,000 seats.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Users Churn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Onboarding takes 47 minutes on average, measured across 300 recent signups.</a:t>
            </a:r>
          </a:p>
          <a:p>
            <a:r>
              <a:t>Users who complete the tutorial within 15 minutes retain at 3x the rate.</a:t>
            </a:r>
          </a:p>
          <a:p>
            <a:r>
              <a:t>The biggest drop-off is at step 4 (calendar connect) - 40% abandon here.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